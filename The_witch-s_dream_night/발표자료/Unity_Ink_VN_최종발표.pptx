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57f69c5a9e4d35" /><Relationship Type="http://schemas.openxmlformats.org/officeDocument/2006/relationships/extended-properties" Target="/docProps/app.xml" Id="Rbf5ebb361f704b16" /><Relationship Type="http://schemas.openxmlformats.org/officeDocument/2006/relationships/officeDocument" Target="/ppt/presentation.xml" Id="R56f206d57e184e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e6bf83441e4581"/>
  </p:sldMasterIdLst>
  <p:notesMasterIdLst>
    <p:notesMasterId xmlns:r="http://schemas.openxmlformats.org/officeDocument/2006/relationships" r:id="Rcc8b5ea1f53b4cfb"/>
  </p:notesMasterIdLst>
  <p:sldIdLst>
    <p:sldId xmlns:r="http://schemas.openxmlformats.org/officeDocument/2006/relationships" id="256" r:id="Rd027cd09ed7f4923"/>
    <p:sldId xmlns:r="http://schemas.openxmlformats.org/officeDocument/2006/relationships" id="257" r:id="R659e903b402f4faf"/>
    <p:sldId xmlns:r="http://schemas.openxmlformats.org/officeDocument/2006/relationships" id="258" r:id="Rec2b145a812949cc"/>
    <p:sldId xmlns:r="http://schemas.openxmlformats.org/officeDocument/2006/relationships" id="259" r:id="Re62e0a3ce1b24638"/>
    <p:sldId xmlns:r="http://schemas.openxmlformats.org/officeDocument/2006/relationships" id="260" r:id="R6824a88306e44e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ced49a015d45fc" /><Relationship Type="http://schemas.openxmlformats.org/officeDocument/2006/relationships/slideMaster" Target="/ppt/slideMasters/slideMaster1.xml" Id="Rede6bf83441e4581" /><Relationship Type="http://schemas.openxmlformats.org/officeDocument/2006/relationships/notesMaster" Target="/ppt/notesMasters/notesMaster1.xml" Id="Rcc8b5ea1f53b4cfb" /><Relationship Type="http://schemas.openxmlformats.org/officeDocument/2006/relationships/presProps" Target="/ppt/presProps.xml" Id="R524cfc80af0a438d" /><Relationship Type="http://schemas.openxmlformats.org/officeDocument/2006/relationships/viewProps" Target="/ppt/viewProps.xml" Id="R5f0ddc2a3a4b43ad" /><Relationship Type="http://schemas.openxmlformats.org/officeDocument/2006/relationships/tableStyles" Target="/ppt/tableStyles.xml" Id="Re2be0ca6f1a9479e" /><Relationship Type="http://schemas.openxmlformats.org/officeDocument/2006/relationships/slide" Target="/ppt/slides/slide1.xml" Id="Rd027cd09ed7f4923" /><Relationship Type="http://schemas.openxmlformats.org/officeDocument/2006/relationships/slide" Target="/ppt/slides/slide2.xml" Id="R659e903b402f4faf" /><Relationship Type="http://schemas.openxmlformats.org/officeDocument/2006/relationships/slide" Target="/ppt/slides/slide3.xml" Id="Rec2b145a812949cc" /><Relationship Type="http://schemas.openxmlformats.org/officeDocument/2006/relationships/slide" Target="/ppt/slides/slide4.xml" Id="Re62e0a3ce1b24638" /><Relationship Type="http://schemas.openxmlformats.org/officeDocument/2006/relationships/slide" Target="/ppt/slides/slide5.xml" Id="R6824a88306e44e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fe720cf8e343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23d0cf59bb4597" /><Relationship Type="http://schemas.openxmlformats.org/officeDocument/2006/relationships/notesMaster" Target="/ppt/notesMasters/notesMaster1.xml" Id="Rc9aaf20313de43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9228f0c39f4735" /><Relationship Type="http://schemas.openxmlformats.org/officeDocument/2006/relationships/notesMaster" Target="/ppt/notesMasters/notesMaster1.xml" Id="Rd37fe2b5f49742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6b24a61d4b450d" /><Relationship Type="http://schemas.openxmlformats.org/officeDocument/2006/relationships/notesMaster" Target="/ppt/notesMasters/notesMaster1.xml" Id="R1aee1948fd794e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2ab5e69de645f4" /><Relationship Type="http://schemas.openxmlformats.org/officeDocument/2006/relationships/notesMaster" Target="/ppt/notesMasters/notesMaster1.xml" Id="R4ccde588a61642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e6d2a9d1d64e85" /><Relationship Type="http://schemas.openxmlformats.org/officeDocument/2006/relationships/notesMaster" Target="/ppt/notesMasters/notesMaster1.xml" Id="R61631ebe67ae4c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6df424a38d44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97c273ff8f4b75" /><Relationship Type="http://schemas.openxmlformats.org/officeDocument/2006/relationships/slideLayout" Target="/ppt/slideLayouts/slideLayout1.xml" Id="R26dd150294284d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dd150294284d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5eb9c59114069" /><Relationship Type="http://schemas.openxmlformats.org/officeDocument/2006/relationships/image" Target="/ppt/media/image.png" Id="R0c70f0715a274581" /><Relationship Type="http://schemas.openxmlformats.org/officeDocument/2006/relationships/notesSlide" Target="/ppt/notesSlides/notesSlide1.xml" Id="R050c6d28766a4c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e94c94cf04090" /><Relationship Type="http://schemas.openxmlformats.org/officeDocument/2006/relationships/image" Target="/ppt/media/image2.png" Id="R37e516b85d344ee8" /><Relationship Type="http://schemas.openxmlformats.org/officeDocument/2006/relationships/image" Target="/ppt/media/image.svg" Id="R271425872e0e4511" /><Relationship Type="http://schemas.openxmlformats.org/officeDocument/2006/relationships/image" Target="/ppt/media/image3.png" Id="Rf196d531692946be" /><Relationship Type="http://schemas.openxmlformats.org/officeDocument/2006/relationships/image" Target="/ppt/media/image2.svg" Id="R5f5aba5df0c14375" /><Relationship Type="http://schemas.openxmlformats.org/officeDocument/2006/relationships/notesSlide" Target="/ppt/notesSlides/notesSlide2.xml" Id="R04984b1b291f49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c38a0ca094dec" /><Relationship Type="http://schemas.openxmlformats.org/officeDocument/2006/relationships/image" Target="/ppt/media/image.jpeg" Id="R715dd478faf04a25" /><Relationship Type="http://schemas.openxmlformats.org/officeDocument/2006/relationships/notesSlide" Target="/ppt/notesSlides/notesSlide3.xml" Id="R928ef827c7f941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f0a1b6c0f4f66" /><Relationship Type="http://schemas.openxmlformats.org/officeDocument/2006/relationships/image" Target="/ppt/media/image4.png" Id="R9d9f06be93a44654" /><Relationship Type="http://schemas.openxmlformats.org/officeDocument/2006/relationships/image" Target="/ppt/media/image5.png" Id="Ref1b021ca86741e0" /><Relationship Type="http://schemas.openxmlformats.org/officeDocument/2006/relationships/image" Target="/ppt/media/image3.svg" Id="R5628e3e39b104cdd" /><Relationship Type="http://schemas.openxmlformats.org/officeDocument/2006/relationships/image" Target="/ppt/media/image6.png" Id="Re0feac9f88bc4e8d" /><Relationship Type="http://schemas.openxmlformats.org/officeDocument/2006/relationships/image" Target="/ppt/media/image2.jpeg" Id="Ree6f69407a2b4869" /><Relationship Type="http://schemas.openxmlformats.org/officeDocument/2006/relationships/image" Target="/ppt/media/image3.jpeg" Id="R78ef36cbbbcd4ac6" /><Relationship Type="http://schemas.openxmlformats.org/officeDocument/2006/relationships/notesSlide" Target="/ppt/notesSlides/notesSlide4.xml" Id="Rdf154f5ff26c4d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4a83bb4be4f33" /><Relationship Type="http://schemas.openxmlformats.org/officeDocument/2006/relationships/image" Target="/ppt/media/image4.jpeg" Id="Rd0dd02cb07524e2f" /><Relationship Type="http://schemas.openxmlformats.org/officeDocument/2006/relationships/image" Target="/ppt/media/image7.png" Id="Rf3d9b2ce18ec40cd" /><Relationship Type="http://schemas.openxmlformats.org/officeDocument/2006/relationships/image" Target="/ppt/media/image4.svg" Id="R905974aac0c74f0d" /><Relationship Type="http://schemas.openxmlformats.org/officeDocument/2006/relationships/image" Target="/ppt/media/image8.png" Id="R62ef37615c5a4e5d" /><Relationship Type="http://schemas.openxmlformats.org/officeDocument/2006/relationships/image" Target="/ppt/media/image5.svg" Id="Rc9f5a0a06d1b470e" /><Relationship Type="http://schemas.openxmlformats.org/officeDocument/2006/relationships/image" Target="/ppt/media/image9.png" Id="R285c692efd07409b" /><Relationship Type="http://schemas.openxmlformats.org/officeDocument/2006/relationships/image" Target="/ppt/media/image6.svg" Id="R9a1b7eca0b024f35" /><Relationship Type="http://schemas.openxmlformats.org/officeDocument/2006/relationships/image" Target="/ppt/media/image10.png" Id="R8e19bb4071e447b1" /><Relationship Type="http://schemas.openxmlformats.org/officeDocument/2006/relationships/image" Target="/ppt/media/image7.svg" Id="R18a29a65d30846b7" /><Relationship Type="http://schemas.openxmlformats.org/officeDocument/2006/relationships/notesSlide" Target="/ppt/notesSlides/notesSlide5.xml" Id="Ra70360cdf30b41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1734B1-21CA-4767-9726-403493A1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A23F7-2E63-4153-AE26-E4EB9FCD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36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C8A44-B75E-483D-BA32-F34114E6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7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2E513-DF89-4C45-81C0-D690AAFA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7F8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D7F88"/>
                </a:solidFill>
                <a:latin typeface="Malgun Gothic"/>
                <a:ea typeface="Malgun Gothic"/>
                <a:cs typeface="Malgun Gothic"/>
              </a:rPr>
              <a:t>THE WITCH'S DREAM NIGHT · UNITY FINAL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74760-15DD-48F5-A577-2E076733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5A4054C0-FB03-4E4B-B457-39EED9EC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B609E23F-506A-4511-B87C-BBB93C9F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rPr>
              <a:t>PROJECT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5F4BD-9979-4D40-AFF3-C853F7F3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62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309BE-BCFF-49FC-A3C9-B11917C4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4953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Ink 기반</a:t>
            </a:r>
          </a:p>
          <a:p xmlns:a="http://schemas.openxmlformats.org/drawingml/2006/main">
            <a:pPr algn="l">
              <a:defRPr sz="4050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비주얼 노벨 시스템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6D40E-9C2F-4F4F-9D47-3A02D9B1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476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대본을 수정하면 캐릭터·배경·오디오·분기까지 함께 바뀌는 Unity 런타임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9BE59-55A2-4475-8311-34F2833E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2333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81D25"/>
          </a:solidFill>
          <a:ln xmlns:a="http://schemas.openxmlformats.org/drawingml/2006/main" w="9525">
            <a:solidFill>
              <a:srgbClr val="F09AB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40B71-C401-4A48-896B-B10F7ED9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181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rPr>
              <a:t>영원한 7일의 도시 모작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64441-3A24-40EA-9C81-54E8DE52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76600"/>
            <a:ext cx="1752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81D25"/>
          </a:solidFill>
          <a:ln xmlns:a="http://schemas.openxmlformats.org/drawingml/2006/main" w="9525">
            <a:solidFill>
              <a:srgbClr val="6ED8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17493-725C-471B-8FD1-388C0489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95650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D8F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D8F2"/>
                </a:solidFill>
                <a:latin typeface="Malgun Gothic"/>
                <a:ea typeface="Malgun Gothic"/>
                <a:cs typeface="Malgun Gothic"/>
              </a:rPr>
              <a:t>Unity 6 · Ink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70CAA-8E2C-4614-93A8-B8FA5D1B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28650"/>
            <a:ext cx="54673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71E"/>
          </a:solidFill>
          <a:ln xmlns:a="http://schemas.openxmlformats.org/drawingml/2006/main" w="9525">
            <a:solidFill>
              <a:srgbClr val="4A374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0f0715a274581"/>
          <a:stretch xmlns:a="http://schemas.openxmlformats.org/drawingml/2006/main"/>
        </p:blipFill>
        <p:spPr>
          <a:xfrm xmlns:a="http://schemas.openxmlformats.org/drawingml/2006/main">
            <a:off x="6172200" y="1370874"/>
            <a:ext cx="5048250" cy="1754053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CF330-2FF8-464A-8746-6684570C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2425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D7F8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D7F88"/>
                </a:solidFill>
                <a:latin typeface="Malgun Gothic"/>
                <a:ea typeface="Malgun Gothic"/>
                <a:cs typeface="Malgun Gothic"/>
              </a:rPr>
              <a:t>The Witch's Dream Night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12474C-28BA-47C4-9D23-F0D7C446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111633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70A"/>
          </a:solidFill>
          <a:ln xmlns:a="http://schemas.openxmlformats.org/drawingml/2006/main" w="9525">
            <a:solidFill>
              <a:srgbClr val="4A374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A7820E-2373-4616-BB3F-09022E66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ED8F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6ED8F2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46418-11AE-4D58-BBE2-BDEF24B7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C# 스크립트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CBA0F-9C5C-46C2-B185-A001C876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863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316809-E959-404F-87E9-7B53E4F3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67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Unity 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1FD84B-A8FA-4572-97CA-2AEDD604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863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8D9A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78D9A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A16618-071C-47E3-9469-CA0D9CFF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67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Ink 대본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07726E-2D87-433F-AEC4-B774E628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863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rPr>
              <a:t>5,646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311F25-97A6-45BA-9AEF-F58EE6E1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67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C# 코드 라인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EA97EE-3437-41FD-96A7-CF2A948F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6863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핵심 목표</a:t>
            </a:r>
          </a:p>
          <a:p xmlns:a="http://schemas.openxmlformats.org/drawingml/2006/main">
            <a:pPr algn="l">
              <a:defRPr sz="1275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콘텐츠 추가가 쉬운 구조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ECFB92-F9D6-4A3A-83F7-50110FB7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3721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화면 완성도와 재사용성을 함께 구현</a:t>
            </a:r>
          </a:p>
        </p:txBody>
      </p:sp>
    </p:spTree>
    <p:extLst>
      <p:ext uri="{BB962C8B-B14F-4D97-AF65-F5344CB8AC3E}">
        <p14:creationId xmlns:p14="http://schemas.microsoft.com/office/powerpoint/2010/main" val="13630905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2582C9-A91E-42CB-83FA-40755CDD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8E9D1-CE59-4EE3-9097-37CFE532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36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B4BDD-9038-4468-B534-28DFC7BC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7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57330-60F1-4FE7-A0C5-53913903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7F8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D7F88"/>
                </a:solidFill>
                <a:latin typeface="Malgun Gothic"/>
                <a:ea typeface="Malgun Gothic"/>
                <a:cs typeface="Malgun Gothic"/>
              </a:rPr>
              <a:t>THE WITCH'S DREAM NIGHT · UNITY FINAL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CA964-CA12-4AFC-AD8A-530A1D97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A5528A58-70C8-48B1-B048-B95949EB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0FAC2C9D-CEA4-439D-8A3F-B63920D1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rPr>
              <a:t>RUNTIME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8162D-412B-4B81-978E-879D2357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2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대본 한 줄이 캐릭터·배경·오디오·분기까지 연결됩니다.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9175D-2F62-4517-B6F1-21547049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Ink를 콘텐츠 계층으로 두고, Director가 Unity 기능을 조율하도록 역할을 분리했습니다.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6440A-AC0C-4DEA-B3E3-BB13F2A6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rPr>
              <a:t>CONTENT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0C0D7-D404-48D9-BB97-8D60CF5D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764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D8F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ED8F2"/>
                </a:solidFill>
                <a:latin typeface="Malgun Gothic"/>
                <a:ea typeface="Malgun Gothic"/>
                <a:cs typeface="Malgun Gothic"/>
              </a:rPr>
              <a:t>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41152-F1AA-400D-88C1-21553059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764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9A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8D9A8"/>
                </a:solidFill>
                <a:latin typeface="Malgun Gothic"/>
                <a:ea typeface="Malgun Gothic"/>
                <a:cs typeface="Malgun Gothic"/>
              </a:rPr>
              <a:t>UNITY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B8B51-C1FF-400B-A7DB-FF691C4C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809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301A24"/>
          </a:solidFill>
          <a:ln xmlns:a="http://schemas.openxmlformats.org/drawingml/2006/main" w="9525">
            <a:solidFill>
              <a:srgbClr val="9E36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8C27E-08F5-41B2-967A-B5B27411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rPr>
              <a:t>Ink Script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1E5F8-8622-425D-8EB1-F9BCA8B5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5430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#speaker · #bg · #ch</a:t>
            </a:r>
          </a:p>
          <a:p xmlns:a="http://schemas.openxmlformats.org/drawingml/2006/main">
            <a:pPr algn="ctr">
              <a:def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선택지 · 변수 · 씬 태그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516b85d344ee8">
            <a:extLst>
              <a:ext uri="{96DAC541-7B7A-43D3-8B79-37D633B846F1}">
                <asvg:svgBlip xmlns:asvg="http://schemas.microsoft.com/office/drawing/2016/SVG/main" r:embed="R271425872e0e45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43175" y="26574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638D4F-8595-4DD6-A061-5D5CB739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09800"/>
            <a:ext cx="1809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D171E"/>
          </a:solidFill>
          <a:ln xmlns:a="http://schemas.openxmlformats.org/drawingml/2006/main" w="9525">
            <a:solidFill>
              <a:srgbClr val="204B5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AFA74-3F67-44E4-BB01-0FD9E0D0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241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ED8F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D8F2"/>
                </a:solidFill>
                <a:latin typeface="Malgun Gothic"/>
                <a:ea typeface="Malgun Gothic"/>
                <a:cs typeface="Malgun Gothic"/>
              </a:rPr>
              <a:t>InkStoryEngine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68618-0ABA-4B37-AF1B-1D712806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19375"/>
            <a:ext cx="15430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대사/태그/선택지</a:t>
            </a:r>
          </a:p>
          <a:p xmlns:a="http://schemas.openxmlformats.org/drawingml/2006/main">
            <a:pPr algn="ctr">
              <a:def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상태 JSON · 변수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6d531692946be">
            <a:extLst>
              <a:ext uri="{96DAC541-7B7A-43D3-8B79-37D633B846F1}">
                <asvg:svgBlip xmlns:asvg="http://schemas.microsoft.com/office/drawing/2016/SVG/main" r:embed="R5f5aba5df0c1437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95850" y="26574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C6527-B9A7-4774-98ED-7141B505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57400"/>
            <a:ext cx="2000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202833"/>
          </a:solidFill>
          <a:ln xmlns:a="http://schemas.openxmlformats.org/drawingml/2006/main" w="9525">
            <a:solidFill>
              <a:srgbClr val="6ED8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C23815-3817-4A12-8D76-EC206643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717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VNDirector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4117DA-34BD-45A2-B548-4FEF49EE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66975"/>
            <a:ext cx="17335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스토리 루프</a:t>
            </a:r>
          </a:p>
          <a:p xmlns:a="http://schemas.openxmlformats.org/drawingml/2006/main">
            <a:pPr algn="ctr">
              <a:def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UI·연출·미니게임·씬 전환 조율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DAD9A5-44FD-4EAD-9A9A-D816F709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130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D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C7F60B-FD0D-44AC-93C5-A978E464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190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B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94570C-97F6-483F-88E8-27FCF5E3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D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7E7D81-DEF8-4843-A9BD-6A5724EC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527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D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5FEC08-D2A1-4951-A816-FBDC44FF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909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D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F28890-F465-42E0-B778-D62F9134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910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D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AAB584-E05F-49EB-8006-ABF8849A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914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81D25"/>
          </a:solidFill>
          <a:ln xmlns:a="http://schemas.openxmlformats.org/drawingml/2006/main" w="9525">
            <a:solidFill>
              <a:srgbClr val="F09AB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55A162-8DED-4B9E-9E0D-560A9ECD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rPr>
              <a:t>VNCommandProcessor → VNPresenter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30BED6-DF72-4C9A-B3F7-726B976A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19325"/>
            <a:ext cx="26479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태그를 배경·캐릭터·오디오 연출로 변환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5A6374-B297-4B53-89A4-29A130C6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914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81D25"/>
          </a:solidFill>
          <a:ln xmlns:a="http://schemas.openxmlformats.org/drawingml/2006/main" w="9525">
            <a:solidFill>
              <a:srgbClr val="6ED8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980523-C24B-44E2-8CD9-A64670FD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D8F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D8F2"/>
                </a:solidFill>
                <a:latin typeface="Malgun Gothic"/>
                <a:ea typeface="Malgun Gothic"/>
                <a:cs typeface="Malgun Gothic"/>
              </a:rPr>
              <a:t>VNUIController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E0FE91-8DE4-4570-92B7-19E1C966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57525"/>
            <a:ext cx="26479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타이핑 · 선택지 · Auto/Skip · 이름 입력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185A23-EFBB-4A68-82B0-BBA23805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2914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81D25"/>
          </a:solidFill>
          <a:ln xmlns:a="http://schemas.openxmlformats.org/drawingml/2006/main" w="9525">
            <a:solidFill>
              <a:srgbClr val="78D9A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263276-0E43-4F42-A0C2-3B5BC719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004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D9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8D9A8"/>
                </a:solidFill>
                <a:latin typeface="Malgun Gothic"/>
                <a:ea typeface="Malgun Gothic"/>
                <a:cs typeface="Malgun Gothic"/>
              </a:rPr>
              <a:t>MiniGameManager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EA5D90-724C-48A7-898A-D934E17B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95725"/>
            <a:ext cx="26479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QTE 모듈 실행 → 점수·랭크·플래그 반환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EE4261-847A-45CB-B752-5EEF93D9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24350"/>
            <a:ext cx="2914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81D25"/>
          </a:solidFill>
          <a:ln xmlns:a="http://schemas.openxmlformats.org/drawingml/2006/main" w="9525">
            <a:solidFill>
              <a:srgbClr val="78D9A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3B951B-76DE-4E2C-BF62-B1AF19A3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386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D9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8D9A8"/>
                </a:solidFill>
                <a:latin typeface="Malgun Gothic"/>
                <a:ea typeface="Malgun Gothic"/>
                <a:cs typeface="Malgun Gothic"/>
              </a:rPr>
              <a:t>Save / Load JSON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48940C-819E-4A7E-BAE9-C59109A8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33925"/>
            <a:ext cx="26479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Ink 상태 + 배경 + BGM + 캐릭터 + 백로그 복원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7F8BA8-A574-409F-8012-364FB241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67246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70A"/>
          </a:solidFill>
          <a:ln xmlns:a="http://schemas.openxmlformats.org/drawingml/2006/main" w="9525">
            <a:solidFill>
              <a:srgbClr val="4A374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0FB535-5759-4429-826B-8B4C7E52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rPr>
              <a:t>핵심 설계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84462A-A326-4535-A792-EB0DF246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619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대본 처리 · 게임 흐름 · 화면 연출을 서로 분리했습니다.</a:t>
            </a:r>
          </a:p>
          <a:p xmlns:a="http://schemas.openxmlformats.org/drawingml/2006/main">
            <a:pPr algn="l">
              <a:defRPr sz="1350" b="0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그래서 새로운 명령이나 미니게임을 추가해도 전체 스토리 루프를 다시 만들 필요가 없습니다.</a:t>
            </a:r>
          </a:p>
        </p:txBody>
      </p:sp>
    </p:spTree>
    <p:extLst>
      <p:ext uri="{BB962C8B-B14F-4D97-AF65-F5344CB8AC3E}">
        <p14:creationId xmlns:p14="http://schemas.microsoft.com/office/powerpoint/2010/main" val="9428073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056737-7205-476B-8515-FA02FDD9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8959B-7F09-4AE5-880B-FB2A4B3C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36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D602A-B588-4B1D-8F9D-5037BAD9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7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0FB06-FCBC-4659-8DA6-8D067193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7F8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D7F88"/>
                </a:solidFill>
                <a:latin typeface="Malgun Gothic"/>
                <a:ea typeface="Malgun Gothic"/>
                <a:cs typeface="Malgun Gothic"/>
              </a:rPr>
              <a:t>THE WITCH'S DREAM NIGHT · UNITY FINAL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8CD4B-F1E6-4B08-89FA-9E6CCBD1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9CF16190-2437-49E3-AB4A-582A5FC3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971A013F-DFE2-40BC-A43E-F84877E8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rPr>
              <a:t>DATA-DRIVEN VN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B3851-6717-46B6-8E2A-07D161FF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2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새 챕터와 캐릭터는 코드보다 데이터 수정으로 확장됩니다.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2D2A1-5E55-44B9-999D-6E21E9AC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Ink 태그와 VNAssetDatabase를 연결해 대본 작성자가 연출까지 지정할 수 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2E9AF-7104-4C25-B684-28B5DF8E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46101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70A"/>
          </a:solidFill>
          <a:ln xmlns:a="http://schemas.openxmlformats.org/drawingml/2006/main" w="9525">
            <a:solidFill>
              <a:srgbClr val="4A374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90269-E0E3-441B-8AFE-ECD62D47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9AB0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9AB0"/>
                </a:solidFill>
                <a:latin typeface="Consolas"/>
                <a:ea typeface="Consolas"/>
                <a:cs typeface="Consolas"/>
              </a:rPr>
              <a:t>DAY6.INK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03866-2245-4284-A2CE-ED7AA70A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0005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6EFF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6EFF2"/>
                </a:solidFill>
                <a:latin typeface="Consolas"/>
                <a:ea typeface="Consolas"/>
                <a:cs typeface="Consolas"/>
              </a:rPr>
              <a:t>#mode normal</a:t>
            </a:r>
          </a:p>
          <a:p xmlns:a="http://schemas.openxmlformats.org/drawingml/2006/main">
            <a:pPr algn="l">
              <a:defRPr sz="1575" b="0">
                <a:solidFill>
                  <a:srgbClr val="F6EFF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6EFF2"/>
                </a:solidFill>
                <a:latin typeface="Consolas"/>
                <a:ea typeface="Consolas"/>
                <a:cs typeface="Consolas"/>
              </a:rPr>
              <a:t>#bg 중앙청 fade</a:t>
            </a:r>
          </a:p>
          <a:p xmlns:a="http://schemas.openxmlformats.org/drawingml/2006/main">
            <a:pPr algn="l">
              <a:defRPr sz="1575" b="0">
                <a:solidFill>
                  <a:srgbClr val="F6EFF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6EFF2"/>
                </a:solidFill>
                <a:latin typeface="Consolas"/>
                <a:ea typeface="Consolas"/>
                <a:cs typeface="Consolas"/>
              </a:rPr>
              <a:t>#speaker 안</a:t>
            </a:r>
          </a:p>
          <a:p xmlns:a="http://schemas.openxmlformats.org/drawingml/2006/main">
            <a:pPr algn="l">
              <a:defRPr sz="1575" b="0">
                <a:solidFill>
                  <a:srgbClr val="F6EFF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6EFF2"/>
                </a:solidFill>
                <a:latin typeface="Consolas"/>
                <a:ea typeface="Consolas"/>
                <a:cs typeface="Consolas"/>
              </a:rPr>
              <a:t>#ch 안 default left fade</a:t>
            </a:r>
          </a:p>
          <a:p xmlns:a="http://schemas.openxmlformats.org/drawingml/2006/main">
            <a:pPr algn="l">
              <a:defRPr sz="1575" b="0">
                <a:solidFill>
                  <a:srgbClr val="F6EFF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6EFF2"/>
                </a:solidFill>
                <a:latin typeface="Consolas"/>
                <a:ea typeface="Consolas"/>
                <a:cs typeface="Consolas"/>
              </a:rPr>
              <a:t>#nameInput player_name 지휘사</a:t>
            </a:r>
          </a:p>
          <a:p xmlns:a="http://schemas.openxmlformats.org/drawingml/2006/main">
            <a:pPr algn="l">
              <a:defRPr sz="1575" b="0">
                <a:solidFill>
                  <a:srgbClr val="F6EFF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6EFF2"/>
                </a:solidFill>
                <a:latin typeface="Consolas"/>
                <a:ea typeface="Consolas"/>
                <a:cs typeface="Consolas"/>
              </a:rPr>
              <a:t>#scene LobbyScene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37C71-7D45-40EE-AF49-F9AB3397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7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A245B-E9B5-4F6E-AA9D-F2FA7A47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명령어 지원</a:t>
            </a:r>
          </a:p>
          <a:p xmlns:a="http://schemas.openxmlformats.org/drawingml/2006/main">
            <a:pPr algn="l">
              <a:defRPr sz="12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화자 · 배경 · 캐릭터 위치 · 페이드 · 흔들림 · BGM/SFX · 이름 입력 · 씬 전환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B00CB-B140-45D1-9112-473B6B05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695450"/>
            <a:ext cx="62674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71E"/>
          </a:solidFill>
          <a:ln xmlns:a="http://schemas.openxmlformats.org/drawingml/2006/main" w="9525">
            <a:solidFill>
              <a:srgbClr val="4A374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dd478faf04a25"/>
          <a:srcRect xmlns:a="http://schemas.openxmlformats.org/drawingml/2006/main" l="0" t="168" r="0" b="1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62600" y="1847850"/>
            <a:ext cx="3771900" cy="21145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DF9EB-74EC-4A29-8BC6-11849B4A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47850"/>
            <a:ext cx="37719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09AB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E191A-457D-4D93-9965-FE2D8754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86690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D8F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D8F2"/>
                </a:solidFill>
                <a:latin typeface="Malgun Gothic"/>
                <a:ea typeface="Malgun Gothic"/>
                <a:cs typeface="Malgun Gothic"/>
              </a:rPr>
              <a:t>VNAssetDatabase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407D9-2E6C-404E-B595-4657E7AC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86000"/>
            <a:ext cx="1809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EFF2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6EFF2"/>
                </a:solidFill>
                <a:latin typeface="Consolas"/>
                <a:ea typeface="Consolas"/>
                <a:cs typeface="Consolas"/>
              </a:rPr>
              <a:t>"안" + "default"</a:t>
            </a:r>
          </a:p>
          <a:p xmlns:a="http://schemas.openxmlformats.org/drawingml/2006/main">
            <a:pPr algn="l">
              <a:defRPr sz="1125" b="0">
                <a:solidFill>
                  <a:srgbClr val="F6EFF2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6EFF2"/>
                </a:solidFill>
                <a:latin typeface="Consolas"/>
                <a:ea typeface="Consolas"/>
                <a:cs typeface="Consolas"/>
              </a:rPr>
              <a:t>→ 캐릭터 Sprite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6EFF2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6EFF2"/>
                </a:solidFill>
                <a:latin typeface="Consolas"/>
                <a:ea typeface="Consolas"/>
                <a:cs typeface="Consolas"/>
              </a:rPr>
              <a:t>"중앙청"</a:t>
            </a:r>
          </a:p>
          <a:p xmlns:a="http://schemas.openxmlformats.org/drawingml/2006/main">
            <a:pPr algn="l">
              <a:defRPr sz="1125" b="0">
                <a:solidFill>
                  <a:srgbClr val="F6EFF2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6EFF2"/>
                </a:solidFill>
                <a:latin typeface="Consolas"/>
                <a:ea typeface="Consolas"/>
                <a:cs typeface="Consolas"/>
              </a:rPr>
              <a:t>→ 배경 Sprite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6EFF2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6EFF2"/>
                </a:solidFill>
                <a:latin typeface="Consolas"/>
                <a:ea typeface="Consolas"/>
                <a:cs typeface="Consolas"/>
              </a:rPr>
              <a:t>"crisis"</a:t>
            </a:r>
          </a:p>
          <a:p xmlns:a="http://schemas.openxmlformats.org/drawingml/2006/main">
            <a:pPr algn="l">
              <a:defRPr sz="1125" b="0">
                <a:solidFill>
                  <a:srgbClr val="F6EFF2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6EFF2"/>
                </a:solidFill>
                <a:latin typeface="Consolas"/>
                <a:ea typeface="Consolas"/>
                <a:cs typeface="Consolas"/>
              </a:rPr>
              <a:t>→ AudioClip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474AF4-EC10-4D30-B1DE-F312C2EC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291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rPr>
              <a:t>캐릭터 배치 규칙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112FFF-3730-4455-B169-B4E4CE72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81D25"/>
          </a:solidFill>
          <a:ln xmlns:a="http://schemas.openxmlformats.org/drawingml/2006/main" w="9525">
            <a:solidFill>
              <a:srgbClr val="F09AB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55C4C7-ACCD-4AB3-AA8F-5744DCCB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591050"/>
            <a:ext cx="895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rPr>
              <a:t>LEFT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AAE7AE-F563-45E0-B1D3-D2F6734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720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81D25"/>
          </a:solidFill>
          <a:ln xmlns:a="http://schemas.openxmlformats.org/drawingml/2006/main" w="9525">
            <a:solidFill>
              <a:srgbClr val="6ED8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D66A1D-1219-4505-91BD-D5CDD36F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895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D8F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D8F2"/>
                </a:solidFill>
                <a:latin typeface="Malgun Gothic"/>
                <a:ea typeface="Malgun Gothic"/>
                <a:cs typeface="Malgun Gothic"/>
              </a:rPr>
              <a:t>CENTER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56049C-1E8D-4035-81D1-8D5954DA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81D25"/>
          </a:solidFill>
          <a:ln xmlns:a="http://schemas.openxmlformats.org/drawingml/2006/main" w="9525">
            <a:solidFill>
              <a:srgbClr val="F09AB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9B69F5-9E36-419B-8FF2-53BA0C51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91050"/>
            <a:ext cx="895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rPr>
              <a:t>RIGHT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3B9A4D-20B9-4A91-8F9C-6A3AEC58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10150"/>
            <a:ext cx="552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같은 위치의 캐릭터는 자동 교체하고, 좌우 캐릭터는 동시에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2823615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D18A52-CB87-42CD-A526-FA3857DC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B08AD-9231-46C5-B78B-5DE10B67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36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D920C-1B79-4F49-8FAD-E03C4474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7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AB594-D550-467B-B94B-B945785E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7F8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D7F88"/>
                </a:solidFill>
                <a:latin typeface="Malgun Gothic"/>
                <a:ea typeface="Malgun Gothic"/>
                <a:cs typeface="Malgun Gothic"/>
              </a:rPr>
              <a:t>THE WITCH'S DREAM NIGHT · UNITY FINAL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E0EF3-2C11-4D77-83DF-28110461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5F354C98-9506-4CEF-AD29-C8B687D6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2CABFF3B-636C-4A72-9714-BCB8D00B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rPr>
              <a:t>REUSABLE QTE MODULE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8A989-70E4-4072-9BDA-76631E15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2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QTE는 ScriptableObject 하나로 규칙·UI·결과를 재사용합니다.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CF7ED-1278-43D9-9261-CB9D6007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코드를 복제하지 않고 Definition 데이터만 바꿔 난이도와 스킨, 성공 결과를 설정합니다.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B1953-76AE-4C24-925F-574489D9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2724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70A"/>
          </a:solidFill>
          <a:ln xmlns:a="http://schemas.openxmlformats.org/drawingml/2006/main" w="9525">
            <a:solidFill>
              <a:srgbClr val="4A374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FA3A0-86C2-49F1-85A9-BAB2615B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9AB0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09AB0"/>
                </a:solidFill>
                <a:latin typeface="Consolas"/>
                <a:ea typeface="Consolas"/>
                <a:cs typeface="Consolas"/>
              </a:rPr>
              <a:t>QTE_Sequence_001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98D16-6D75-464D-83D9-AE89D559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B27AA-6FA4-4FCE-B206-7175AF2D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입력 길이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495EC-15BC-4AEA-B00C-6EB2F605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03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ED8F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6ED8F2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3E59C-F5F7-42B0-8768-8117F8FB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81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라운드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55757-8D74-458C-9D96-8CB60527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ED8F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6ED8F2"/>
                </a:solidFill>
                <a:latin typeface="Malgun Gothic"/>
                <a:ea typeface="Malgun Gothic"/>
                <a:cs typeface="Malgun Gothic"/>
              </a:rPr>
              <a:t>15s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67471-A717-4979-8560-82E6F99C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제한 시간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48853-423E-4407-A883-E7F20C87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575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1B6960-FA9F-48C7-BE11-3C401FAB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38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허용 실수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FC73F-9EC4-4849-85F9-6830DED2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7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54412D-2039-48C1-90B6-B8929C84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Definition에 포함된 데이터</a:t>
            </a:r>
          </a:p>
          <a:p xmlns:a="http://schemas.openxmlformats.org/drawingml/2006/main">
            <a:pPr algn="l">
              <a:defRPr sz="112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• 입력 키 풀</a:t>
            </a:r>
          </a:p>
          <a:p xmlns:a="http://schemas.openxmlformats.org/drawingml/2006/main">
            <a:pPr algn="l">
              <a:defRPr sz="112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• 상태별 키 스프라이트</a:t>
            </a:r>
          </a:p>
          <a:p xmlns:a="http://schemas.openxmlformats.org/drawingml/2006/main">
            <a:pPr algn="l">
              <a:defRPr sz="112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• 배경 / 성공 / 실패 화면</a:t>
            </a:r>
          </a:p>
          <a:p xmlns:a="http://schemas.openxmlformats.org/drawingml/2006/main">
            <a:pPr algn="l">
              <a:defRPr sz="112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• 점수 · 랭크 · 플래그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029BB6-63E5-4ED6-8A72-FC0D1662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95450"/>
            <a:ext cx="41719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71E"/>
          </a:solidFill>
          <a:ln xmlns:a="http://schemas.openxmlformats.org/drawingml/2006/main" w="9525">
            <a:solidFill>
              <a:srgbClr val="204B5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69C2D6-1A53-4FD9-BD99-4203D154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8859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D8F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D8F2"/>
                </a:solidFill>
                <a:latin typeface="Malgun Gothic"/>
                <a:ea typeface="Malgun Gothic"/>
                <a:cs typeface="Malgun Gothic"/>
              </a:rPr>
              <a:t>RUNTIME FLOW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f06be93a44654"/>
          <a:stretch xmlns:a="http://schemas.openxmlformats.org/drawingml/2006/main"/>
        </p:blipFill>
        <p:spPr>
          <a:xfrm xmlns:a="http://schemas.openxmlformats.org/drawingml/2006/main">
            <a:off x="3905250" y="2418320"/>
            <a:ext cx="1143000" cy="1106959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b021ca86741e0">
            <a:extLst>
              <a:ext uri="{96DAC541-7B7A-43D3-8B79-37D633B846F1}">
                <asvg:svgBlip xmlns:asvg="http://schemas.microsoft.com/office/drawing/2016/SVG/main" r:embed="R5628e3e39b104c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62550" y="2857500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eac9f88bc4e8d"/>
          <a:stretch xmlns:a="http://schemas.openxmlformats.org/drawingml/2006/main"/>
        </p:blipFill>
        <p:spPr>
          <a:xfrm xmlns:a="http://schemas.openxmlformats.org/drawingml/2006/main">
            <a:off x="5587344" y="2552700"/>
            <a:ext cx="1665011" cy="8191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108F77-EBFE-42E2-934D-91B91C64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14750"/>
            <a:ext cx="3371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랜덤 시퀀스 생성 → 입력 판정 → 상태별 UI 갱신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992556-BD19-4187-8D88-C0784D39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7675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7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6D2B98-68AD-43D3-846B-BB7ABB3A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86300"/>
            <a:ext cx="3371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8D9A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78D9A8"/>
                </a:solidFill>
                <a:latin typeface="Consolas"/>
                <a:ea typeface="Consolas"/>
                <a:cs typeface="Consolas"/>
              </a:rPr>
              <a:t>결과를 Ink 변수로 반환</a:t>
            </a:r>
          </a:p>
          <a:p xmlns:a="http://schemas.openxmlformats.org/drawingml/2006/main">
            <a:pPr algn="ctr">
              <a:defRPr sz="1200" b="0">
                <a:solidFill>
                  <a:srgbClr val="78D9A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78D9A8"/>
                </a:solidFill>
                <a:latin typeface="Consolas"/>
                <a:ea typeface="Consolas"/>
                <a:cs typeface="Consolas"/>
              </a:rPr>
              <a:t>qte_sequence_success</a:t>
            </a:r>
          </a:p>
          <a:p xmlns:a="http://schemas.openxmlformats.org/drawingml/2006/main">
            <a:pPr algn="ctr">
              <a:defRPr sz="1200" b="0">
                <a:solidFill>
                  <a:srgbClr val="78D9A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78D9A8"/>
                </a:solidFill>
                <a:latin typeface="Consolas"/>
                <a:ea typeface="Consolas"/>
                <a:cs typeface="Consolas"/>
              </a:rPr>
              <a:t>_score · _rank · success_flag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0FC0EB-83FB-4250-9248-B9FD4E0B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954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D9A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8D9A8"/>
                </a:solidFill>
                <a:latin typeface="Malgun Gothic"/>
                <a:ea typeface="Malgun Gothic"/>
                <a:cs typeface="Malgun Gothic"/>
              </a:rPr>
              <a:t>RESULT SCREEN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f69407a2b4869"/>
          <a:srcRect xmlns:a="http://schemas.openxmlformats.org/drawingml/2006/main" l="49" t="0" r="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2038350"/>
            <a:ext cx="3143250" cy="177165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f36cbbbcd4ac6"/>
          <a:srcRect xmlns:a="http://schemas.openxmlformats.org/drawingml/2006/main" l="49" t="0" r="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3962400"/>
            <a:ext cx="3143250" cy="17716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555E39-0920-4B28-8F32-65628F53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38350"/>
            <a:ext cx="31432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78D9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F7D933-5D86-413F-AED2-FC793E19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62400"/>
            <a:ext cx="31432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9E365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4411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DFFF31-0B1C-45FA-8A59-13B1CDB3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F7DB8-2287-4391-B303-D9FEC16B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36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31D22-9313-48E7-9F9A-72291CBE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7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11805-7838-49A1-9DDA-D14FEF42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7F8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D7F88"/>
                </a:solidFill>
                <a:latin typeface="Malgun Gothic"/>
                <a:ea typeface="Malgun Gothic"/>
                <a:cs typeface="Malgun Gothic"/>
              </a:rPr>
              <a:t>THE WITCH'S DREAM NIGHT · UNITY FINAL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07D13-980D-405A-A806-4DCC1892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853B6221-AF98-4484-8A91-0A9EB6D3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9EA0451E-DDBF-456D-A3B1-462BA29E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rPr>
              <a:t>PLAY LOOP &amp;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3E085-969F-4CAC-8572-3140B1A8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2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타이틀 컷씬부터 로비 복귀까지 하나의 플레이 루프를 완성했습니다.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964F2-3D55-47AF-B14B-5765819D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각 기능은 독립적으로 구현했지만 씬 전환과 데이터 복원을 통해 실제 게임 흐름으로 연결했습니다.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D6D4A-530F-48A8-8A25-29E76BB9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71818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71E"/>
          </a:solidFill>
          <a:ln xmlns:a="http://schemas.openxmlformats.org/drawingml/2006/main" w="9525">
            <a:solidFill>
              <a:srgbClr val="4A3741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d02cb07524e2f"/>
          <a:srcRect xmlns:a="http://schemas.openxmlformats.org/drawingml/2006/main" l="0" t="54" r="0" b="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847850"/>
            <a:ext cx="6877050" cy="38671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AAEAF-3C1E-4BB7-9EE5-9582F552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68770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6ED8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60369-D131-4D67-A23F-D2D2C140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11239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11820"/>
          </a:solidFill>
          <a:ln xmlns:a="http://schemas.openxmlformats.org/drawingml/2006/main" w="9525">
            <a:solidFill>
              <a:srgbClr val="F09AB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0838E8-8B85-4276-B141-0AA6C7B4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TitleScene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16CA9-015B-4018-A2A8-2C7B64C2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625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MP4 컷씬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9b2ce18ec40cd">
            <a:extLst>
              <a:ext uri="{96DAC541-7B7A-43D3-8B79-37D633B846F1}">
                <asvg:svgBlip xmlns:asvg="http://schemas.microsoft.com/office/drawing/2016/SVG/main" r:embed="R905974aac0c74f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33575" y="47815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DE97E-5FE2-45D8-866E-7F66DBF4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33900"/>
            <a:ext cx="11239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11820"/>
          </a:solidFill>
          <a:ln xmlns:a="http://schemas.openxmlformats.org/drawingml/2006/main" w="9525">
            <a:solidFill>
              <a:srgbClr val="F09AB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AFE92-57FE-42A0-A84C-246D3C32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5772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VNScene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8BED71-8A75-4592-AD18-DDC8229F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625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튜토리얼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f37615c5a4e5d">
            <a:extLst>
              <a:ext uri="{96DAC541-7B7A-43D3-8B79-37D633B846F1}">
                <asvg:svgBlip xmlns:asvg="http://schemas.microsoft.com/office/drawing/2016/SVG/main" r:embed="Rc9f5a0a06d1b47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48025" y="47815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9F369-67AF-4B63-8B21-2E744F0A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33900"/>
            <a:ext cx="11239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03842"/>
          </a:solidFill>
          <a:ln xmlns:a="http://schemas.openxmlformats.org/drawingml/2006/main" w="9525">
            <a:solidFill>
              <a:srgbClr val="6ED8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8BB37-0C07-4768-B4EB-FAEC753A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5772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LobbyScene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4E7292-DB35-48EE-84DA-64862CE0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625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허브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c692efd07409b">
            <a:extLst>
              <a:ext uri="{96DAC541-7B7A-43D3-8B79-37D633B846F1}">
                <asvg:svgBlip xmlns:asvg="http://schemas.microsoft.com/office/drawing/2016/SVG/main" r:embed="R9a1b7eca0b024f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62475" y="47815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5FCD58-8C5D-4B01-88F5-046E0A38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33900"/>
            <a:ext cx="11239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11820"/>
          </a:solidFill>
          <a:ln xmlns:a="http://schemas.openxmlformats.org/drawingml/2006/main" w="9525">
            <a:solidFill>
              <a:srgbClr val="F09AB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57174E-8D61-4CCA-9962-481F8D52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5772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Day6VNScene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055E12-EF43-46AC-9E71-975E57E4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625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다음 챕터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9bb4071e447b1">
            <a:extLst>
              <a:ext uri="{96DAC541-7B7A-43D3-8B79-37D633B846F1}">
                <asvg:svgBlip xmlns:asvg="http://schemas.microsoft.com/office/drawing/2016/SVG/main" r:embed="R18a29a65d30846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76925" y="47815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80E248-0741-4D05-86AF-8167B110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33900"/>
            <a:ext cx="11239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11820"/>
          </a:solidFill>
          <a:ln xmlns:a="http://schemas.openxmlformats.org/drawingml/2006/main" w="9525">
            <a:solidFill>
              <a:srgbClr val="F09AB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81220B-4C63-4EDB-9FCB-953058EC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5772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MiniGameScene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F7FB12-563E-4619-9D44-834A5430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625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QTE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89930F-167F-45B3-B6F6-BD8BE591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3105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로비의 핸드폰 UI에서</a:t>
            </a:r>
          </a:p>
          <a:p xmlns:a="http://schemas.openxmlformats.org/drawingml/2006/main">
            <a:pPr algn="l">
              <a:defRPr sz="1725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스토리와 QTE를 선택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3801DC-BCBD-4AC2-BF04-ADF353B9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952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B9C1"/>
                </a:solidFill>
                <a:latin typeface="Malgun Gothic"/>
                <a:ea typeface="Malgun Gothic"/>
                <a:cs typeface="Malgun Gothic"/>
              </a:rPr>
              <a:t>화면 밖 클릭으로 닫기 · 오른쪽 슬라이드 애니메이션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E0B325-B175-4665-96C3-9CA13913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95450"/>
            <a:ext cx="36957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70A"/>
          </a:solidFill>
          <a:ln xmlns:a="http://schemas.openxmlformats.org/drawingml/2006/main" w="9525">
            <a:solidFill>
              <a:srgbClr val="9E365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17B171-F09A-4709-BACB-7177007F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050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09AB0"/>
                </a:solidFill>
                <a:latin typeface="Malgun Gothic"/>
                <a:ea typeface="Malgun Gothic"/>
                <a:cs typeface="Malgun Gothic"/>
              </a:rPr>
              <a:t>영상 시연에서 확인할 기능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381F4E-B2E2-4C24-A72E-17818F94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D8F2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6ED8F2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281ACE-E9AD-458B-A1B8-32639153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574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타이틀 컷씬 재생과 입력 스킵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AC3A26-5A8D-4F61-A8BB-2CAB836C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7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9FB70F-F990-4365-8213-14936918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D8F2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6ED8F2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946ECE-A484-488D-8DEF-6ABB8949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670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Ink 태그 기반 배경·캐릭터 연출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392EED-30D3-4B59-8270-B4C3B09B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052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7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4BDB79-71CB-4CB3-B9CE-E49B3703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766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D8F2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6ED8F2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2D2AFF-9BD1-4765-82E2-EB3FD940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766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이름 입력 · Auto/Skip · 백로그 · 저장/불러오기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08557E-BB06-45BE-8FBE-AA3B0A92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7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C84662-E3DB-477A-B515-9938195E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862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D8F2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6ED8F2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634C76-1326-4F9F-BE4D-8E1A2419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862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로비 핸드폰 UI와 챕터 선택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BC87FA-D5A8-4C9B-BF59-FC13D9D0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244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7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635E28-7D4C-46C8-973D-A5AD6D5D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958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D8F2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6ED8F2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CD870A-6C39-4C80-A9AB-E54E49F2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958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EFF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6EFF2"/>
                </a:solidFill>
                <a:latin typeface="Malgun Gothic"/>
                <a:ea typeface="Malgun Gothic"/>
                <a:cs typeface="Malgun Gothic"/>
              </a:rPr>
              <a:t>QTE 진행 · 성공/실패 · 로비 복귀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9F8F0E-06B8-49ED-8FE4-BBCA6AE2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340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7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71E777-7BC7-4591-AB34-3411BCA7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76875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8D9A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8D9A8"/>
                </a:solidFill>
                <a:latin typeface="Malgun Gothic"/>
                <a:ea typeface="Malgun Gothic"/>
                <a:cs typeface="Malgun Gothic"/>
              </a:rPr>
              <a:t>설명 약 2분  |  영상 2~3분</a:t>
            </a:r>
          </a:p>
        </p:txBody>
      </p:sp>
    </p:spTree>
    <p:extLst>
      <p:ext uri="{BB962C8B-B14F-4D97-AF65-F5344CB8AC3E}">
        <p14:creationId xmlns:p14="http://schemas.microsoft.com/office/powerpoint/2010/main" val="690802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2026-06-12T22:28:45.4660000Z</dcterms:created>
  <dcterms:modified xsi:type="dcterms:W3CDTF">2026-06-12T22:28:45.4660000Z</dcterms:modified>
</coreProperties>
</file>